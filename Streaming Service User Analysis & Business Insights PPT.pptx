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8" d="100"/>
          <a:sy n="88" d="100"/>
        </p:scale>
        <p:origin x="6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4CED0-D400-EFF3-0317-EDB8B14090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6383A9-52FF-5B40-5A78-C01E38D87D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58F84-D6CC-15F8-8C98-849E903E2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0B26-E59A-462A-9815-FF3C8778BF70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13338-FC83-5A2F-CDCD-AF6F75CC3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D2F8E-B2A8-A739-580B-DB379D5D1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CC432-B809-4FCA-A5F6-8C1121F54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593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007C2-366A-FF34-7212-800A88871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15693-F910-FDFE-3605-E3A4FC3CF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9D5AC4-EA4F-A41D-B2F5-B0903B007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0B26-E59A-462A-9815-FF3C8778BF70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706131-B491-F24A-5977-E65B73F98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52FE0-3679-741E-2C9C-427AD43F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CC432-B809-4FCA-A5F6-8C1121F54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4724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47108-A7F1-D3AC-DB69-D5057CBEFD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DC6C21-47E6-2DBB-7E38-5310D6F24C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422B4A-6FC1-C9AA-4195-72E6AC166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0B26-E59A-462A-9815-FF3C8778BF70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FE49A-A53D-3755-695F-364CA1381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8445B-51E5-FBC8-8B95-6A180E5AA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CC432-B809-4FCA-A5F6-8C1121F54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03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287AD-07E0-42DF-24F7-65E9ED9AE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E2FAA-CC8E-3503-1642-81BF366665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A9FC4-C6DF-5192-F36D-57A1969369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3E42B-DEFB-01A5-5BE8-4A30E51D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0B26-E59A-462A-9815-FF3C8778BF70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E9AE68-8DB5-748B-1D20-B6588D317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9FC3D6-7C6B-88B2-72C7-58B4A42FA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CC432-B809-4FCA-A5F6-8C1121F54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1999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3B517-5639-37D3-889E-63B9B91CF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CF3F7-60FE-8EB0-6561-DB271FBAFE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0CCBF-7CEF-A344-653F-C481652F75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87DB2A-277F-4997-D242-B5650CE6A6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8A884F-88A2-1838-620C-60BFB4B025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CB6972-7916-BECC-E767-F34F42E1B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0B26-E59A-462A-9815-FF3C8778BF70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D6BB57-B0F4-3056-5250-BB9A57331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D1E183-7DCD-53F9-B3DC-A6693CAF6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CC432-B809-4FCA-A5F6-8C1121F54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0595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27E1B-CC4E-FA53-F39E-27137AF34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A1EBF8-6635-933F-6804-42AD9A9A9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0B26-E59A-462A-9815-FF3C8778BF70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6920D8-0CCD-1BAE-D54E-B45B15ED3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69B2E3-A890-7C91-E034-FE7E0983E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CC432-B809-4FCA-A5F6-8C1121F54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039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03B942-E1B6-EFB0-73ED-3A59C5814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0B26-E59A-462A-9815-FF3C8778BF70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BEC4E2-3C25-1B91-10B6-E5F985C2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1AB60-896B-7E5C-A161-B2BF34B6B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CC432-B809-4FCA-A5F6-8C1121F54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201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038C3-8C9E-3471-2518-2BE78EFDB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0C3EAB-9363-7091-BBFD-234398D9D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724B31-E174-2BC9-2035-CDFC80082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B8C6F-4AB7-A564-C8EF-E0A2891C5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0B26-E59A-462A-9815-FF3C8778BF70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EBABB8-2451-28C0-F560-9639E0CF3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FE458-7F1A-B16B-452B-C56105856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CC432-B809-4FCA-A5F6-8C1121F54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585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574EC-F94A-A66B-3931-30CFB4F61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EF529C-EE83-B82A-5F2E-459A4971EE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C010BC-5524-B28E-BC25-B88C8A280F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25C1A-13D1-3E20-3929-51682CB45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0B26-E59A-462A-9815-FF3C8778BF70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9298A1-4BB7-47F7-889F-391B1197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9AF3D-3882-0CA9-FA84-37411187F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CC432-B809-4FCA-A5F6-8C1121F54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774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6C5E1-9C75-595E-20EA-A8097A203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7C8959-68DD-0318-6F8F-F4F0C5CFB2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62A2E-2F94-0717-4426-0CCC857A2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0B26-E59A-462A-9815-FF3C8778BF70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47316C-FB3C-001E-A2CB-4F802E211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DBFF8-003B-27FB-548B-902A96008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CC432-B809-4FCA-A5F6-8C1121F54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9023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6EB761-5556-7480-A6B7-9815448833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A15630-E952-CCCE-E69C-E17A48EE52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899F0-4622-3B1E-BDC7-52FBFC6A1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90B26-E59A-462A-9815-FF3C8778BF70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7229CD-E923-8331-0FB5-508E070D7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086ECD-47CC-C608-1F39-CF086ABCA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CC432-B809-4FCA-A5F6-8C1121F54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111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3045EF-2C30-803C-47A0-C7F1BBFBA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A57D3-62E3-5DC2-091F-7EA2CD3EA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AE3393-E5BA-43A9-F996-F439050BB3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9890B26-E59A-462A-9815-FF3C8778BF70}" type="datetimeFigureOut">
              <a:rPr lang="en-IN" smtClean="0"/>
              <a:t>18-09-2025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053B28-EB33-AAE0-B847-011F907BC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803E5-13DC-F114-5F1F-FC8357A1D4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5CC432-B809-4FCA-A5F6-8C1121F544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722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0F813-6E3D-2D15-D1B1-98F2FB7BBE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895951"/>
          </a:xfr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anchor="ctr">
            <a:normAutofit/>
          </a:bodyPr>
          <a:lstStyle/>
          <a:p>
            <a:r>
              <a:rPr lang="en-US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Streaming Service User Analysis &amp; Business Insights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ABDCB4-9D9E-4E21-DBA0-253176B75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03371"/>
            <a:ext cx="9144000" cy="685801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>
            <a:normAutofit/>
          </a:bodyPr>
          <a:lstStyle/>
          <a:p>
            <a:r>
              <a:rPr lang="en-US" sz="2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Preparation • Dashboard Development • Key Findings &amp; Recommendations</a:t>
            </a:r>
            <a:endParaRPr lang="en-IN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05105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47B31-CD48-D18C-5729-A1A640C211CD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IN" dirty="0"/>
              <a:t>Data Preparation &amp; Cleaning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9CF3AC6-794E-E281-43E9-B0438AA542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4543" y="2212215"/>
            <a:ext cx="11593285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Sorted the data as per importance and cleaned it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Checked for blank cells and ensured unique User IDs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Used 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Text to Columns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convert dates into a standard DMY format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Created additional columns for:</a:t>
            </a:r>
          </a:p>
          <a:p>
            <a:pPr marL="400050" marR="0" lvl="0" indent="-4000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Total Content Consumed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(Movies + Series)</a:t>
            </a:r>
          </a:p>
          <a:p>
            <a:pPr marL="400050" marR="0" lvl="0" indent="-4000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Recommendation Impact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lang="en-US" altLang="en-US" sz="1800" dirty="0"/>
              <a:t>Watched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/Did not watch)</a:t>
            </a:r>
          </a:p>
          <a:p>
            <a:pPr marL="400050" marR="0" lvl="0" indent="-4000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Loyalty Points Tier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(Bronze, Silver, Gold, etc.)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Applied conditional formatting on key fields (Monthly Price, Age Group, Parental Controls, Downloaded Content, Genre, Loyalty Points Tier)</a:t>
            </a:r>
          </a:p>
        </p:txBody>
      </p:sp>
    </p:spTree>
    <p:extLst>
      <p:ext uri="{BB962C8B-B14F-4D97-AF65-F5344CB8AC3E}">
        <p14:creationId xmlns:p14="http://schemas.microsoft.com/office/powerpoint/2010/main" val="2504241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FEF45-5D84-E17C-5327-EC0F056B7A68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IN" dirty="0"/>
              <a:t>Pivot Table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114A61-8B59-5264-5495-0351BA0797A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93914" y="2477096"/>
            <a:ext cx="11549743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Users and Revenue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Price Tier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(User count &amp; Revenue)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Movies vs Series comparison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Age Group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Country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Recommendation Impact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effect on User Count &amp; Average Watch Hours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Genre, Watch Time, and Device usage analysis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Loyalty Points Distribution across tiers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Payment Preference and Trends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Region &amp; Price Tier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Language &amp; Engagement (Average Watch Hours &amp; Total Content Consumed)</a:t>
            </a:r>
          </a:p>
        </p:txBody>
      </p:sp>
    </p:spTree>
    <p:extLst>
      <p:ext uri="{BB962C8B-B14F-4D97-AF65-F5344CB8AC3E}">
        <p14:creationId xmlns:p14="http://schemas.microsoft.com/office/powerpoint/2010/main" val="1552365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56813-2C57-B2D9-0104-6A1EF23FE564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IN" dirty="0"/>
              <a:t>Dashboard Development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76CC4E-8BDF-82EA-02A8-245DA70E85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00200" y="3145983"/>
            <a:ext cx="9176657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Created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visually pleasing, easy-to-understand dashboard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Inserted important charts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interactive slicers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flexibility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Ensured dashboard provides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full data disclosure in an interactive way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886160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658B6-138D-B6FA-0C97-BC25E4346557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IN" dirty="0"/>
              <a:t>Key Findings &amp; Recommendations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E20179-2B26-C90A-CD38-A90F19CD24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743832" y="2293136"/>
            <a:ext cx="6704335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Closed analysis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Key Findings &amp; Recommendations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Highlighted areas to improve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retention, engagement, and revenue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Suggested actions:</a:t>
            </a:r>
          </a:p>
          <a:p>
            <a:pPr marL="400050" marR="0" lvl="0" indent="-4000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Strengthen Premium user retention</a:t>
            </a:r>
          </a:p>
          <a:p>
            <a:pPr marL="400050" marR="0" lvl="0" indent="-4000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Tailor content by age group &amp; genre preferences</a:t>
            </a:r>
          </a:p>
          <a:p>
            <a:pPr marL="400050" marR="0" lvl="0" indent="-4000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Optimize payment methods regionally</a:t>
            </a:r>
          </a:p>
          <a:p>
            <a:pPr marL="400050" marR="0" lvl="0" indent="-4000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romanU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Leverage loyalty tiers to encourage upgrades</a:t>
            </a:r>
          </a:p>
          <a:p>
            <a:pPr marL="400050" lvl="0" indent="-40005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romanU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Run upsell campaigns targeting mid-tier users.</a:t>
            </a:r>
          </a:p>
          <a:p>
            <a:pPr marL="400050" lvl="0" indent="-400050" algn="ctr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romanU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Optimize the user experience across these core devices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196100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</Words>
  <Application>Microsoft Office PowerPoint</Application>
  <PresentationFormat>Widescreen</PresentationFormat>
  <Paragraphs>47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Streaming Service User Analysis &amp; Business Insights </vt:lpstr>
      <vt:lpstr>Data Preparation &amp; Cleaning</vt:lpstr>
      <vt:lpstr>Pivot Table Analysis</vt:lpstr>
      <vt:lpstr>Dashboard Development</vt:lpstr>
      <vt:lpstr>Key Findings &amp; Recommendations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RIshav Bhattacharya</dc:creator>
  <cp:lastModifiedBy>RIshav Bhattacharya</cp:lastModifiedBy>
  <cp:revision>2</cp:revision>
  <dcterms:created xsi:type="dcterms:W3CDTF">2025-09-16T20:09:52Z</dcterms:created>
  <dcterms:modified xsi:type="dcterms:W3CDTF">2025-09-18T13:10:09Z</dcterms:modified>
</cp:coreProperties>
</file>